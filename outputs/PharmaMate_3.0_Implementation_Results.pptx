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bf1dccf364e85" /><Relationship Type="http://schemas.openxmlformats.org/officeDocument/2006/relationships/extended-properties" Target="/docProps/app.xml" Id="R7a8b30bdc871418d" /><Relationship Type="http://schemas.openxmlformats.org/officeDocument/2006/relationships/officeDocument" Target="/ppt/presentation.xml" Id="R886f0c6f6310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3abbc3a7d4912"/>
  </p:sldMasterIdLst>
  <p:notesMasterIdLst>
    <p:notesMasterId xmlns:r="http://schemas.openxmlformats.org/officeDocument/2006/relationships" r:id="Reb2073465eb7461b"/>
  </p:notesMasterIdLst>
  <p:sldIdLst>
    <p:sldId xmlns:r="http://schemas.openxmlformats.org/officeDocument/2006/relationships" id="256" r:id="Rd88df42c94954176"/>
    <p:sldId xmlns:r="http://schemas.openxmlformats.org/officeDocument/2006/relationships" id="257" r:id="R534d3f54f5004b9b"/>
    <p:sldId xmlns:r="http://schemas.openxmlformats.org/officeDocument/2006/relationships" id="258" r:id="R8694b03266ff44ea"/>
    <p:sldId xmlns:r="http://schemas.openxmlformats.org/officeDocument/2006/relationships" id="259" r:id="Rddbf735f9e68493b"/>
    <p:sldId xmlns:r="http://schemas.openxmlformats.org/officeDocument/2006/relationships" id="260" r:id="Re52914f10d8d4be4"/>
    <p:sldId xmlns:r="http://schemas.openxmlformats.org/officeDocument/2006/relationships" id="261" r:id="Raa3f0365b5df4c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81bfa2fc3431d" /><Relationship Type="http://schemas.openxmlformats.org/officeDocument/2006/relationships/slideMaster" Target="/ppt/slideMasters/slideMaster1.xml" Id="Ra573abbc3a7d4912" /><Relationship Type="http://schemas.openxmlformats.org/officeDocument/2006/relationships/notesMaster" Target="/ppt/notesMasters/notesMaster1.xml" Id="Reb2073465eb7461b" /><Relationship Type="http://schemas.openxmlformats.org/officeDocument/2006/relationships/presProps" Target="/ppt/presProps.xml" Id="R8c6a4795efdb409d" /><Relationship Type="http://schemas.openxmlformats.org/officeDocument/2006/relationships/tableStyles" Target="/ppt/tableStyles.xml" Id="R265a0711647f4797" /><Relationship Type="http://schemas.openxmlformats.org/officeDocument/2006/relationships/slide" Target="/ppt/slides/slide1.xml" Id="Rd88df42c94954176" /><Relationship Type="http://schemas.openxmlformats.org/officeDocument/2006/relationships/slide" Target="/ppt/slides/slide2.xml" Id="R534d3f54f5004b9b" /><Relationship Type="http://schemas.openxmlformats.org/officeDocument/2006/relationships/slide" Target="/ppt/slides/slide3.xml" Id="R8694b03266ff44ea" /><Relationship Type="http://schemas.openxmlformats.org/officeDocument/2006/relationships/slide" Target="/ppt/slides/slide4.xml" Id="Rddbf735f9e68493b" /><Relationship Type="http://schemas.openxmlformats.org/officeDocument/2006/relationships/slide" Target="/ppt/slides/slide5.xml" Id="Re52914f10d8d4be4" /><Relationship Type="http://schemas.openxmlformats.org/officeDocument/2006/relationships/slide" Target="/ppt/slides/slide6.xml" Id="Raa3f0365b5df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f234960bc40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658c554e874512" /><Relationship Type="http://schemas.openxmlformats.org/officeDocument/2006/relationships/notesMaster" Target="/ppt/notesMasters/notesMaster1.xml" Id="R205ce01a1652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35daa17f149bc" /><Relationship Type="http://schemas.openxmlformats.org/officeDocument/2006/relationships/notesMaster" Target="/ppt/notesMasters/notesMaster1.xml" Id="Rb068dae5f1b740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7d7f42cb4411e" /><Relationship Type="http://schemas.openxmlformats.org/officeDocument/2006/relationships/notesMaster" Target="/ppt/notesMasters/notesMaster1.xml" Id="Rb6372a79c6614d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f78907e05494b" /><Relationship Type="http://schemas.openxmlformats.org/officeDocument/2006/relationships/notesMaster" Target="/ppt/notesMasters/notesMaster1.xml" Id="R8b957675e0ee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ae854e0f094390" /><Relationship Type="http://schemas.openxmlformats.org/officeDocument/2006/relationships/notesMaster" Target="/ppt/notesMasters/notesMaster1.xml" Id="R9153661082a445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b3579d8a8a465c" /><Relationship Type="http://schemas.openxmlformats.org/officeDocument/2006/relationships/notesMaster" Target="/ppt/notesMasters/notesMaster1.xml" Id="R9d8a38a32e1e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b90c74ec3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0d7c281e4495f" /><Relationship Type="http://schemas.openxmlformats.org/officeDocument/2006/relationships/slideLayout" Target="/ppt/slideLayouts/slideLayout1.xml" Id="R844f9f4ef241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4f9f4ef241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c94af30c34cd3" /><Relationship Type="http://schemas.openxmlformats.org/officeDocument/2006/relationships/notesSlide" Target="/ppt/notesSlides/notesSlide1.xml" Id="Reaeb6ef545e942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eb2a2ba684e75" /><Relationship Type="http://schemas.openxmlformats.org/officeDocument/2006/relationships/notesSlide" Target="/ppt/notesSlides/notesSlide2.xml" Id="Rb9967f3277694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7e4095c864ed1" /><Relationship Type="http://schemas.openxmlformats.org/officeDocument/2006/relationships/notesSlide" Target="/ppt/notesSlides/notesSlide3.xml" Id="Ra67a6241ce1445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d44baa4444de" /><Relationship Type="http://schemas.openxmlformats.org/officeDocument/2006/relationships/notesSlide" Target="/ppt/notesSlides/notesSlide4.xml" Id="R0031d1493c3047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7dab617e8417c" /><Relationship Type="http://schemas.openxmlformats.org/officeDocument/2006/relationships/notesSlide" Target="/ppt/notesSlides/notesSlide5.xml" Id="R2dbaca3b5de94a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2460eda044458" /><Relationship Type="http://schemas.openxmlformats.org/officeDocument/2006/relationships/notesSlide" Target="/ppt/notesSlides/notesSlide6.xml" Id="R08e8a51d7a0646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11BE1CEB-B298-4178-86EB-D7BE0FEA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학습 기록을 찾고
답변 근거를 검증하다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DF32CB4-FE1A-4703-9642-9F758C3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F0–F3 구현 결과 · 2026.10
원본 2.2 기준선 → 3.0 후보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211F81A-56C2-4049-802B-EA32596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PharmaMate 3.0</a:t>
            </a:r>
          </a:p>
        </p:txBody>
      </p:sp>
    </p:spTree>
    <p:extLst>
      <p:ext uri="{BB962C8B-B14F-4D97-AF65-F5344CB8AC3E}">
        <p14:creationId xmlns:p14="http://schemas.microsoft.com/office/powerpoint/2010/main" val="8232968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A98F09E-D983-4B44-B14B-354CE63D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CA7CFB7-66E0-47DE-9879-E2469DB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코드는 모듈화됐고 앱은 단일 프로세스로 동작합니다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6CFA93-6CD0-4243-BB9D-C5F7B8D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그래프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Router와 Memory·Web·Answer·Validator를 graph.py에서 연결합니다.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3045E71-B6A2-482E-8F65-43F1E7FF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개인 학습 RAG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SQLite 원본과 파생 벡터 인덱스를 함께 쓰고 원본 기록 ID를 답변에 연결합니다.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4F3654-069F-448A-86E0-513FC4D3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코어 모듈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설정·DB·기사 추출 코드를 backend/app 하위 모듈로 옮겼습니다.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F1E65E8-C10C-465A-894F-04BB1B6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현재 실행 구조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Gradio UI가 한 Python 백엔드 프로세스를 호출합니다. FastAPI·SSE·Vue는 다음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21321831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1C5EB6F-06B5-436D-BB66-3493531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B0991E-467D-470C-B955-474370B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81BDC49-F68E-40F7-9888-FD94519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2CBB4FC-0C9C-48DD-A33A-4529C8A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80F2DE-C8C7-4C40-A224-09BF5AF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개인 기록 검색 Recall@3이 1.00으로 높아졌습니다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80DA3F1-C87E-4715-81B3-EEA4DF1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Recall@3
기존 0.950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F4FEE98-5040-4383-96C0-877C558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질의 p50
첫 인덱스 0.67초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E0CF778-8987-45DC-98F4-46ACD01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MRR
기존 0.925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F6CBA30-C96F-48C5-8FE2-9CAFDDA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C25108B-D38D-4174-A54F-C2B7540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0.942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2C6A37A-ACE8-4142-BCAA-0D04C43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0.160초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015DC30-7E6A-4481-9328-6EBCB42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합성 기록 14개 · 질문 20개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단어 검색과 비교해 top-3 recall과 MRR이 올랐습니다. 질문 임베딩에는 p50 약 160ms가 걸렸습니다.</a:t>
            </a:r>
          </a:p>
        </p:txBody>
      </p:sp>
    </p:spTree>
    <p:extLst>
      <p:ext uri="{BB962C8B-B14F-4D97-AF65-F5344CB8AC3E}">
        <p14:creationId xmlns:p14="http://schemas.microsoft.com/office/powerpoint/2010/main" val="17811289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0BBEB4D-B282-4A17-A758-F5B083B7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FACD559-4F68-4B7F-9D3C-2A69F29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E9E98B4-9305-4E0A-85DD-6F6B42C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5A4A931-FBC0-4404-8FD8-52EB038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B22A63D-55A0-4174-BD62-413D09E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검증기는 13개 합성 판정을 모두 맞췄습니다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4EFB94-6A3B-4301-8B73-F7F9F1DD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판정 일치
합성 fixture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43A9887-6103-490A-BB7D-D8B7F4C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최대 재작성
검증 p95 1.159초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E985E36-7484-4EAC-A6C6-2A2D6E7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없는 답변 통과
6건 중 0건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43789D-A9F8-4A6B-9A03-986126E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 / 13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72B15E2-0572-4EE4-875C-E9DA0EB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/ 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A74CB38-466D-4461-8CBC-FED46D8F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1회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6CD853A-FA66-4512-8241-C9E70C1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판정 · gpt-4o-mini · 13개 사례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있는 7건과 근거를 벗어난 6건을 구분했습니다. 일반 개념은 허용하고 임상·수치 주장은 근거로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640338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C3DF4A8-5A95-4219-B803-339C559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E878282-8414-4D39-8203-93BA696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한 번의 수정으로 평가 목적과 임상 결과를 구분했습니다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4315053-C0F5-40AF-A672-CE842BD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3E3547-FD5B-4777-B575-9D821F7C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2.2 기준선
3.19초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97E5EFB-D3EA-4ADC-8EE5-4A3EDE6C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Validator 미적용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미보고 사실은 설명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실행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4A90EDC6-5AB3-4C4A-BD00-7AA83CB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1556521-0380-48C6-825E-7DC4757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3.0 후보
6.15초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4AB4302-817E-4A10-95D1-1B2455B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Validator pass · 수정 1회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결과를 사실처럼 말하지 않음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실행 +2.96초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E90B8B7-FC15-48C1-A5D6-1A21FFDE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EVIDENCE-01 · 같은 합성 기사와 질문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기사는 안전성과 내약성을 평가하기 위한 초기 시험을 설명하고, 유효성 결과는 제공하지 않았습니다.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F3 후보는 첫 답변을 고친 뒤 “결과가 보고되지 않았다”고 답했습니다.</a:t>
            </a:r>
          </a:p>
        </p:txBody>
      </p:sp>
    </p:spTree>
    <p:extLst>
      <p:ext uri="{BB962C8B-B14F-4D97-AF65-F5344CB8AC3E}">
        <p14:creationId xmlns:p14="http://schemas.microsoft.com/office/powerpoint/2010/main" val="889733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4B61E23-E0E1-4BAD-96FA-87580924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6100CB4-88D1-4369-86F4-9399A51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다음은 개인화 질문에서 서비스 API까지 연결합니다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EC12AD4-7E41-4DA6-8BD6-ED9ECF71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FC2767B-BB78-4578-8197-1C51A95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B95360E-FCD4-440F-94C1-52413E7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3D88561-ACBD-4BBF-B689-E6D8FCD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F5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EA7EB0-91A5-4135-A94B-01DDAE1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F6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B0131AB-3B59-42F9-87A9-368CFA7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F7–F8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AB66D5C-C25B-427A-9D26-BEC5D0A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FastAPI · SSE · Vue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기사·채팅 API와 실시간 응답을 연결하고 화면에서 오류·재접속을 처리합니다.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F2A25A1-6474-4259-BFB4-ABF9941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동적 후속 질문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직전 Q&amp;A와 학습 이력에 맞춰 서로 다른 학습 목적의 질문 3개를 추천합니다.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3870D30-AABE-495A-A18C-6DFD472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세션·이슈·선택 기술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접근 범위와 기사 중복·이슈 연결을 구현한 뒤 Routing·MCP·병렬 실행을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276295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2026-10-20T05:02:27.6890000Z</dcterms:created>
  <dcterms:modified xsi:type="dcterms:W3CDTF">2026-10-20T05:02:27.6890000Z</dcterms:modified>
</coreProperties>
</file>